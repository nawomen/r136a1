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cc6a5cc4c24533" /><Relationship Type="http://schemas.openxmlformats.org/officeDocument/2006/relationships/extended-properties" Target="/docProps/app.xml" Id="Rb7a44aa997ee4872" /><Relationship Type="http://schemas.openxmlformats.org/officeDocument/2006/relationships/officeDocument" Target="/ppt/presentation.xml" Id="R3e137320eeec44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1e72ff7ce743c4"/>
  </p:sldMasterIdLst>
  <p:notesMasterIdLst>
    <p:notesMasterId xmlns:r="http://schemas.openxmlformats.org/officeDocument/2006/relationships" r:id="R211574459d7d4097"/>
  </p:notesMasterIdLst>
  <p:sldIdLst>
    <p:sldId xmlns:r="http://schemas.openxmlformats.org/officeDocument/2006/relationships" id="256" r:id="R4f9a8c75693a449b"/>
    <p:sldId xmlns:r="http://schemas.openxmlformats.org/officeDocument/2006/relationships" id="257" r:id="R2dc864aa2a534a0c"/>
    <p:sldId xmlns:r="http://schemas.openxmlformats.org/officeDocument/2006/relationships" id="258" r:id="Rc63ae164a2f149d8"/>
    <p:sldId xmlns:r="http://schemas.openxmlformats.org/officeDocument/2006/relationships" id="259" r:id="R859407d2202b4d87"/>
    <p:sldId xmlns:r="http://schemas.openxmlformats.org/officeDocument/2006/relationships" id="260" r:id="Rbc2d254673754a7a"/>
    <p:sldId xmlns:r="http://schemas.openxmlformats.org/officeDocument/2006/relationships" id="261" r:id="R78759712a497451c"/>
    <p:sldId xmlns:r="http://schemas.openxmlformats.org/officeDocument/2006/relationships" id="262" r:id="Rf2c3d80dd30c47c7"/>
    <p:sldId xmlns:r="http://schemas.openxmlformats.org/officeDocument/2006/relationships" id="263" r:id="R08db53f0c03b43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2037a5be574a0a" /><Relationship Type="http://schemas.openxmlformats.org/officeDocument/2006/relationships/slideMaster" Target="/ppt/slideMasters/slideMaster1.xml" Id="R631e72ff7ce743c4" /><Relationship Type="http://schemas.openxmlformats.org/officeDocument/2006/relationships/notesMaster" Target="/ppt/notesMasters/notesMaster1.xml" Id="R211574459d7d4097" /><Relationship Type="http://schemas.openxmlformats.org/officeDocument/2006/relationships/presProps" Target="/ppt/presProps.xml" Id="Rf62c16c092074c1e" /><Relationship Type="http://schemas.openxmlformats.org/officeDocument/2006/relationships/tableStyles" Target="/ppt/tableStyles.xml" Id="R796586cef2964210" /><Relationship Type="http://schemas.openxmlformats.org/officeDocument/2006/relationships/slide" Target="/ppt/slides/slide1.xml" Id="R4f9a8c75693a449b" /><Relationship Type="http://schemas.openxmlformats.org/officeDocument/2006/relationships/slide" Target="/ppt/slides/slide2.xml" Id="R2dc864aa2a534a0c" /><Relationship Type="http://schemas.openxmlformats.org/officeDocument/2006/relationships/slide" Target="/ppt/slides/slide3.xml" Id="Rc63ae164a2f149d8" /><Relationship Type="http://schemas.openxmlformats.org/officeDocument/2006/relationships/slide" Target="/ppt/slides/slide4.xml" Id="R859407d2202b4d87" /><Relationship Type="http://schemas.openxmlformats.org/officeDocument/2006/relationships/slide" Target="/ppt/slides/slide5.xml" Id="Rbc2d254673754a7a" /><Relationship Type="http://schemas.openxmlformats.org/officeDocument/2006/relationships/slide" Target="/ppt/slides/slide6.xml" Id="R78759712a497451c" /><Relationship Type="http://schemas.openxmlformats.org/officeDocument/2006/relationships/slide" Target="/ppt/slides/slide7.xml" Id="Rf2c3d80dd30c47c7" /><Relationship Type="http://schemas.openxmlformats.org/officeDocument/2006/relationships/slide" Target="/ppt/slides/slide8.xml" Id="R08db53f0c03b43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e9348ad13249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9c03febba8497a" /><Relationship Type="http://schemas.openxmlformats.org/officeDocument/2006/relationships/notesMaster" Target="/ppt/notesMasters/notesMaster1.xml" Id="Ra96041d1121d43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fc88dadf1345c0" /><Relationship Type="http://schemas.openxmlformats.org/officeDocument/2006/relationships/notesMaster" Target="/ppt/notesMasters/notesMaster1.xml" Id="Ra2dd3dcba99541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9c236c772741f3" /><Relationship Type="http://schemas.openxmlformats.org/officeDocument/2006/relationships/notesMaster" Target="/ppt/notesMasters/notesMaster1.xml" Id="R4e6e27306d8740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acab61eecc403f" /><Relationship Type="http://schemas.openxmlformats.org/officeDocument/2006/relationships/notesMaster" Target="/ppt/notesMasters/notesMaster1.xml" Id="Rfebcfdba6ad847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0eed5003f34b01" /><Relationship Type="http://schemas.openxmlformats.org/officeDocument/2006/relationships/notesMaster" Target="/ppt/notesMasters/notesMaster1.xml" Id="R7903dbc90fd441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f3d78b21134d69" /><Relationship Type="http://schemas.openxmlformats.org/officeDocument/2006/relationships/notesMaster" Target="/ppt/notesMasters/notesMaster1.xml" Id="Rdc0170dd2a7140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f7e2edc8884151" /><Relationship Type="http://schemas.openxmlformats.org/officeDocument/2006/relationships/notesMaster" Target="/ppt/notesMasters/notesMaster1.xml" Id="R8338610eef9f4d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0bf00789964337" /><Relationship Type="http://schemas.openxmlformats.org/officeDocument/2006/relationships/notesMaster" Target="/ppt/notesMasters/notesMaster1.xml" Id="Rbc065ed345fc42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NEXT_STEPS.md, этапы S15/S16/S17; docs/analysis/stage-16.md. Продукт для российских компаний, расчёты RUB. Предложение не гарантирует заказ. Все примеры и компании синтетические. База ревью S17: main 4b7730b.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docs/analysis/stage-16.md, таблицы категорий и B01–B13. 12 разделов и 47 листьев — классификация. Это не число готовых коммерческих направлений. Постоянный поставщик, таблица и прямое КП сохраняют ценность.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docs/analysis/stage-16.md, B01–B05/B13 и расчётный контракт business-analysis-1; NEXT_STEPS.md S03–S05/S08. Выгода требует сопоставимой спецификации, объёма, единицы, налоговой базы, адреса и срока. Неизвестные данные сохраняются, коалиция не гарантирует исполнение.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docs/analysis/stage-16.md, B05/B07–B13 и решения S16.04; NEXT_STEPS.md S08–S12. Черновик КП не означает отправку. Активный труд включает ввод, правки, повтор и обучение. Непокрытый объём и стоимость резерва сохраняются. Гарантия экономии, прибыли и загрузки мощности отсутствует.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NEXT_STEPS.md S15.01 и таблица доказательств S15; docs/analysis/stage-16.md, раздел всех направлений. 9 рабочих синтетических листьев: коробки, пакеты, плёнка, крепёж, спецодежда, текстиль, мебель, отделочные материалы, компоненты. 46 поддерживаемых предметных профилей и 1 unsupported — медицинские расходники. Паспорта остальных листьев не равны сквозной коммерческой приёмке.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docs/operations/stage-15.md, версии/безопасный запуск, локальная сеть и пределы; NEXT_STEPS.md S03/S06/S15; docs/analysis/stage-16.md B07/B13. Локальная LLM вызывается только через Gateway. Денежные расчёты и распределение исполняет код. N-1/N-2 показывают сценарии и ограничения. Недоступная обязательная модель даёт ограниченную ошибку и допустимый ручной путь, универсального fallback нет. Технический журнал не гарантирует абсолютную неизменяемость от администратора.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docs/analysis/stage-16.md, контракт business-analysis-1 и решения S16.04. 0 ₽ — текущий сбор продукта. −97 ₽ — модельный операционный результат платформы при нулевом сборе в заданном синтетическом сценарии. 150 ₽ — сценарный доход, не тариф: результат 53 ₽ операционно и −197 ₽ после заданных долей разработки/привлечения. GMV не является доходом. Реальные банковские платежи не подключены, учёт оплаты не является банковским подтверждением. Реестровая проверка и юридическая электронная подпись не заявляются.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NEXT_STEPS.md S15.03/S17/S18; docs/operations/stage-15.md, локальная сеть и оборудование. Физическая запись микрофона, доверенный HTTPS и путь обеих ролей на втором устройстве остаются непроверенными. Функциональное видео и финальная репетиция открыты. Критерии Приложения 1: K1 глубина понимания 10, K2 среда агентов 20, K3 архитектура/реализуемость 15, K4 автоматизация поставщика 25, K5 качество прототипа/показа 30. Оценка жюри не предсказывается. Материалы и ответственные люди требуют отдельного подтверждения. Обязательная передача репозитория не заявляется.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37bfb659a4e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5b436a64c04999" /><Relationship Type="http://schemas.openxmlformats.org/officeDocument/2006/relationships/slideLayout" Target="/ppt/slideLayouts/slideLayout1.xml" Id="Rd1e8925a8baf4c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e8925a8baf4c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5ea7a95524d10" /><Relationship Type="http://schemas.openxmlformats.org/officeDocument/2006/relationships/notesSlide" Target="/ppt/notesSlides/notesSlide1.xml" Id="Rbe951211a5e840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1ffb2f52948c8" /><Relationship Type="http://schemas.openxmlformats.org/officeDocument/2006/relationships/notesSlide" Target="/ppt/notesSlides/notesSlide2.xml" Id="R33503aaf2684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ffad804474a1f" /><Relationship Type="http://schemas.openxmlformats.org/officeDocument/2006/relationships/notesSlide" Target="/ppt/notesSlides/notesSlide3.xml" Id="R124f1d43ecf044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b4b2dcd574c6f" /><Relationship Type="http://schemas.openxmlformats.org/officeDocument/2006/relationships/notesSlide" Target="/ppt/notesSlides/notesSlide4.xml" Id="Rf1068ad45c6848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61fe8f1884f11" /><Relationship Type="http://schemas.openxmlformats.org/officeDocument/2006/relationships/notesSlide" Target="/ppt/notesSlides/notesSlide5.xml" Id="R742c2719d7cc42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3547977e74487" /><Relationship Type="http://schemas.openxmlformats.org/officeDocument/2006/relationships/notesSlide" Target="/ppt/notesSlides/notesSlide6.xml" Id="R7711c039ac6144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004ac4b4b4d35" /><Relationship Type="http://schemas.openxmlformats.org/officeDocument/2006/relationships/notesSlide" Target="/ppt/notesSlides/notesSlide7.xml" Id="R4b8e63ab099348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ea6c3b8064f32" /><Relationship Type="http://schemas.openxmlformats.org/officeDocument/2006/relationships/notesSlide" Target="/ppt/notesSlides/notesSlide8.xml" Id="R455d6e519ad146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699D9-494F-442F-8E64-01C79384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КОНКУРСНЫЙ ПРОТОТИП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CC2C7-04D8-428B-8FC9-0B86BF70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ПоРукам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11584-8427-42BE-9D97-1526E7F4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Система предлагает совместимую партию. Обязательства подтверждают участники.</a:t>
            </a:r>
          </a:p>
        </p:txBody>
      </p:sp>
    </p:spTree>
    <p:extLst>
      <p:ext uri="{BB962C8B-B14F-4D97-AF65-F5344CB8AC3E}">
        <p14:creationId xmlns:p14="http://schemas.microsoft.com/office/powerpoint/2010/main" val="153562034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B436A6-DFC3-4983-8BE2-C1E5E9B0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Потребности разных российских бизнесов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D2168-DF7F-44D0-AC99-2E2DF52F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5239C-107A-4E9B-8840-FFDFA5E8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144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S16 разбирает ручные операции разных бизнесов. Совместимость, допуск и полная стоимость важнее одной цены. Постоянный поставщик и прямое КП сохраняются как альтернативы.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91513-466F-4EC3-BAFF-A89E8560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ABA76-540C-451E-9492-1FE6B629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77E07-309C-4F5E-AF26-B4BAA177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проблем B01–B13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F5ADB-6000-4695-BBF2-FC3859B9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E587C-312D-411E-BA42-D71D6D66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D72717-81F8-4717-8C6F-5547D3F7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разделов каталога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7985C-4D62-4A11-BBED-D47C9AB3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884F2-CF37-4D8E-A28A-2354B0F1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FA5C0-58D9-46C2-B7F9-65FB38A3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предметных листьев</a:t>
            </a:r>
          </a:p>
        </p:txBody>
      </p:sp>
    </p:spTree>
    <p:extLst>
      <p:ext uri="{BB962C8B-B14F-4D97-AF65-F5344CB8AC3E}">
        <p14:creationId xmlns:p14="http://schemas.microsoft.com/office/powerpoint/2010/main" val="1595118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045A0E-A61D-4090-8DFA-DC41B11C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Совместимость, расчёт и согласие сторон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1AFF4-5676-4631-8AA5-83FD3E2D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22A17-F5A9-45F8-A3AD-946372D9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28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4C57F-4753-42EF-9927-B6C4A8EC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05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4FDAB-F5C8-4DC4-B523-9FCC8977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УТОЧНИТЬ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DB1D8-04D0-4041-A409-E23F2511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Карточка потребности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08425-AE39-4703-8533-66233B64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14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Агент готовит черновик с источниками. Человек проверяет неизвестные поля и конфликты.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6C236-97D0-4925-BADE-1F8559B9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05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7D043-49F5-435D-BE72-687E9F7A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62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РАССЧИТАТЬ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0396A-BAD6-4E2D-BF4E-9121CF37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Сопоставимый расчёт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65C90-45ED-40D7-A080-D894EAAC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305300"/>
            <a:ext cx="314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Код считает рубли и объёмы. Выгода неизвестна без сопоставимой базы.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6FF64-D713-4A6A-A851-EF2569F9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B3B4B-9392-4FA1-8C11-CB7C0B5E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62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ПОДТВЕРДИТЬ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6E586-1810-4670-992F-ED450656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Согласие сторон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E9402-83F4-43E5-B49F-C5D270B7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14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Обязательство требует актуального согласия сторон. Недобор группы сохраняет прямое КП.</a:t>
            </a:r>
          </a:p>
        </p:txBody>
      </p:sp>
    </p:spTree>
    <p:extLst>
      <p:ext uri="{BB962C8B-B14F-4D97-AF65-F5344CB8AC3E}">
        <p14:creationId xmlns:p14="http://schemas.microsoft.com/office/powerpoint/2010/main" val="186712690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05939-9341-493D-97F2-E39039C9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Работа покупателя и поставщика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6DDA3-5588-453B-9241-3610EB83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DC3C8-3DF1-41D0-81DC-1AB182E2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AB248-632A-44F9-86A6-7AD49BDE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ПОКУПАТЕЛЬ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1E56F-7DE4-4CAE-A35D-D2DF24F0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Готовит запрос и сравнивает предложения. Неизвестные затраты и несопоставимые условия видны отдельно.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E63F2-3110-4904-916A-0DF158C2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B840A-3BC3-4666-9FD9-3A90EAB0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ПРОИЗВОДИТЕЛЬ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9A400-E293-4654-80DB-6D650F3D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Готовит КП, ведёт каталог и подтверждает исполнение. Правки и согласования входят в оценку труда.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4492D-2036-4CB2-8FB1-CDA5EE73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2E5A6-C8FC-4A13-AF02-95CFDA3B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СИСТЕМА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ECD53E-7E3D-4F42-B1B3-56F1C8EA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Показывает совместимость, полную смету и основания. Резерв сохраняет стоимость и непокрытый объём.</a:t>
            </a:r>
          </a:p>
        </p:txBody>
      </p:sp>
    </p:spTree>
    <p:extLst>
      <p:ext uri="{BB962C8B-B14F-4D97-AF65-F5344CB8AC3E}">
        <p14:creationId xmlns:p14="http://schemas.microsoft.com/office/powerpoint/2010/main" val="16980070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F50CE-E19C-4F61-A4EE-B7062022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Каталог и границы предметной приёмки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94E6A-B976-4047-A52F-39BC8243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E69A4-EB81-4B44-BF7E-A3C3402E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144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 S15 девять листьев прошли API/DB-путь до приёмки и повтора. Профиль остальных листьев не означает готовый коммерческий путь. Все компании и документы синтетические.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39003-B490-4534-8EAA-18753FA1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38C48-8CC5-4DDB-B2F4-7BBF98A9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D1486-1123-4EAB-94EF-98EB1ABD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листов с приёмкой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 сценариях S15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018DD-3A4A-4DC0-BB71-71A2C9FD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4FB17-3BF5-4FC8-B982-D7EECCF4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BAE89-B067-4B21-AF3B-CEFA86B9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поддерживаемых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предметных профилей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4566C-5772-4AC6-98A0-5AD82698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42152-7372-40E7-A682-9AB97372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0D496-BD0F-4676-96C7-0DBAC21D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неподдерживаемый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медицинский лист</a:t>
            </a:r>
          </a:p>
        </p:txBody>
      </p:sp>
    </p:spTree>
    <p:extLst>
      <p:ext uri="{BB962C8B-B14F-4D97-AF65-F5344CB8AC3E}">
        <p14:creationId xmlns:p14="http://schemas.microsoft.com/office/powerpoint/2010/main" val="4872161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4C4E8-E827-4909-8B16-FA5E7646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Архитектура разделяет интеллект, расчёт и полномочия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84189-0DD1-45C0-A3E6-362622CF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08C67-233B-4DE3-B701-2E71FCFC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D5CAFE-A696-4B26-BB60-01FD4675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ШЛЮЗ ЛОКАЛЬНОЙ МОДЕЛИ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A8822-5CCB-4219-AC5B-F52097CE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работает через Gateway. Исходные файлы остаются в локальном контуре.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E8A7B-6C50-4712-9099-C86FFC70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B95BF-3E17-4A73-8827-DABD06FA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МАРКЕТПЛЕЙС + OR-TOOLS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0E92D-85BA-4F74-98B5-431CB864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Код считает рубли и объёмы. N-1/N-2 показывают покрытие и ограничения резерва.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1C649-93C1-4317-B027-9C07C174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3571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02376-F53B-438C-85E5-A402CCE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670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КОНТУР ПОДТВЕРЖДЕНИЯ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AB58A-A0AD-4B0E-975D-4F99B534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8137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Критичные действия требуют актуального согласия уполномоченного участника.</a:t>
            </a:r>
          </a:p>
        </p:txBody>
      </p:sp>
    </p:spTree>
    <p:extLst>
      <p:ext uri="{BB962C8B-B14F-4D97-AF65-F5344CB8AC3E}">
        <p14:creationId xmlns:p14="http://schemas.microsoft.com/office/powerpoint/2010/main" val="2259235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42C066-22C2-4562-87FA-626CD600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Экономика с явными допущениями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7CE29-EE81-4488-AE80-5EDC24EB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6B4B3-D934-4735-8889-FCDCC258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144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Модель S16 сохраняет отрицательные исходы и неизвестные затраты. Подписка и комиссия задаются как сценарные параметры. Реальные платежи не подключены.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F70AF-F5EE-4226-894C-087FBAC3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681C11-FFAB-4F6E-8445-5C00F2F9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 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210C6-9667-4B20-9296-F535EFAC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текущий сбор платформы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7D5BD-2DEA-477D-9E3B-CF474F4B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3096C-7EE2-4530-B29E-1BF90D47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−97 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071C2-149B-433E-8BBA-237FAC0A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операционный результат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 сценарии S16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5E34B-6317-4AF9-9958-D80A3E18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0BD8D-31DA-4447-9B84-F7D9E000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52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150 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F02A8C-D0A9-497A-901F-D099381B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9053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доход как параметр</a:t>
            </a:r>
          </a:p>
          <a:p xmlns:a="http://schemas.openxmlformats.org/drawingml/2006/main">
            <a:pPr>
              <a:buNone/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сценария S16</a:t>
            </a:r>
          </a:p>
        </p:txBody>
      </p:sp>
    </p:spTree>
    <p:extLst>
      <p:ext uri="{BB962C8B-B14F-4D97-AF65-F5344CB8AC3E}">
        <p14:creationId xmlns:p14="http://schemas.microsoft.com/office/powerpoint/2010/main" val="28754969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1DD6E-B34C-4462-B7EF-06FFFC7C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УСЛОВИЯ ПОКАЗА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C295A-89A3-4DE0-BC67-BCEC68C2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Следующий шаг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18FD9-5F9F-411E-A0F7-9FFF49A9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Микрофон и HTTPS на втором устройстве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895AA-1485-4401-8E7C-EBBBBB40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Финальный показ и видео требуют проверки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D5F7A-E58C-41BC-AB04-CE23254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Каждый критерий требует своих доказательств</a:t>
            </a:r>
          </a:p>
        </p:txBody>
      </p:sp>
    </p:spTree>
    <p:extLst>
      <p:ext uri="{BB962C8B-B14F-4D97-AF65-F5344CB8AC3E}">
        <p14:creationId xmlns:p14="http://schemas.microsoft.com/office/powerpoint/2010/main" val="10161129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2026-10-12T05:32:12.7450000Z</dcterms:created>
  <dcterms:modified xsi:type="dcterms:W3CDTF">2026-10-12T05:32:12.7450000Z</dcterms:modified>
</coreProperties>
</file>