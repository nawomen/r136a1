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b7052b198048df" /><Relationship Type="http://schemas.openxmlformats.org/officeDocument/2006/relationships/extended-properties" Target="/docProps/app.xml" Id="R1edf72b07258423c" /><Relationship Type="http://schemas.openxmlformats.org/officeDocument/2006/relationships/officeDocument" Target="/ppt/presentation.xml" Id="Rd39dbe659e79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89b7e1dc804135"/>
  </p:sldMasterIdLst>
  <p:notesMasterIdLst>
    <p:notesMasterId xmlns:r="http://schemas.openxmlformats.org/officeDocument/2006/relationships" r:id="Rff7a7506c7054242"/>
  </p:notesMasterIdLst>
  <p:sldIdLst>
    <p:sldId xmlns:r="http://schemas.openxmlformats.org/officeDocument/2006/relationships" id="256" r:id="Rd57f75d1d0014f8c"/>
    <p:sldId xmlns:r="http://schemas.openxmlformats.org/officeDocument/2006/relationships" id="257" r:id="R66ff663575a547cb"/>
    <p:sldId xmlns:r="http://schemas.openxmlformats.org/officeDocument/2006/relationships" id="258" r:id="R3a5b521dd5f04335"/>
    <p:sldId xmlns:r="http://schemas.openxmlformats.org/officeDocument/2006/relationships" id="259" r:id="R63ced45f32534726"/>
    <p:sldId xmlns:r="http://schemas.openxmlformats.org/officeDocument/2006/relationships" id="260" r:id="R29ab0d60e39f4969"/>
    <p:sldId xmlns:r="http://schemas.openxmlformats.org/officeDocument/2006/relationships" id="261" r:id="R46aee827de784811"/>
    <p:sldId xmlns:r="http://schemas.openxmlformats.org/officeDocument/2006/relationships" id="262" r:id="R94c9965a0b134932"/>
    <p:sldId xmlns:r="http://schemas.openxmlformats.org/officeDocument/2006/relationships" id="263" r:id="R894841950ae84d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2587d713894125" /><Relationship Type="http://schemas.openxmlformats.org/officeDocument/2006/relationships/slideMaster" Target="/ppt/slideMasters/slideMaster1.xml" Id="Rd989b7e1dc804135" /><Relationship Type="http://schemas.openxmlformats.org/officeDocument/2006/relationships/notesMaster" Target="/ppt/notesMasters/notesMaster1.xml" Id="Rff7a7506c7054242" /><Relationship Type="http://schemas.openxmlformats.org/officeDocument/2006/relationships/presProps" Target="/ppt/presProps.xml" Id="R31009368ec984580" /><Relationship Type="http://schemas.openxmlformats.org/officeDocument/2006/relationships/tableStyles" Target="/ppt/tableStyles.xml" Id="Ra94f77b0e24f4923" /><Relationship Type="http://schemas.openxmlformats.org/officeDocument/2006/relationships/slide" Target="/ppt/slides/slide1.xml" Id="Rd57f75d1d0014f8c" /><Relationship Type="http://schemas.openxmlformats.org/officeDocument/2006/relationships/slide" Target="/ppt/slides/slide2.xml" Id="R66ff663575a547cb" /><Relationship Type="http://schemas.openxmlformats.org/officeDocument/2006/relationships/slide" Target="/ppt/slides/slide3.xml" Id="R3a5b521dd5f04335" /><Relationship Type="http://schemas.openxmlformats.org/officeDocument/2006/relationships/slide" Target="/ppt/slides/slide4.xml" Id="R63ced45f32534726" /><Relationship Type="http://schemas.openxmlformats.org/officeDocument/2006/relationships/slide" Target="/ppt/slides/slide5.xml" Id="R29ab0d60e39f4969" /><Relationship Type="http://schemas.openxmlformats.org/officeDocument/2006/relationships/slide" Target="/ppt/slides/slide6.xml" Id="R46aee827de784811" /><Relationship Type="http://schemas.openxmlformats.org/officeDocument/2006/relationships/slide" Target="/ppt/slides/slide7.xml" Id="R94c9965a0b134932" /><Relationship Type="http://schemas.openxmlformats.org/officeDocument/2006/relationships/slide" Target="/ppt/slides/slide8.xml" Id="R894841950ae84d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c7d09512a049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32160697c48c6" /><Relationship Type="http://schemas.openxmlformats.org/officeDocument/2006/relationships/notesMaster" Target="/ppt/notesMasters/notesMaster1.xml" Id="R58067c7a6dfb45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f7e0caeb9410b" /><Relationship Type="http://schemas.openxmlformats.org/officeDocument/2006/relationships/notesMaster" Target="/ppt/notesMasters/notesMaster1.xml" Id="Ra4b427b943eb46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4f475db00f4108" /><Relationship Type="http://schemas.openxmlformats.org/officeDocument/2006/relationships/notesMaster" Target="/ppt/notesMasters/notesMaster1.xml" Id="R9db5784ed8e94d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7577b9cf9844ff" /><Relationship Type="http://schemas.openxmlformats.org/officeDocument/2006/relationships/notesMaster" Target="/ppt/notesMasters/notesMaster1.xml" Id="R39e97739882949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1336ef69ed4b5e" /><Relationship Type="http://schemas.openxmlformats.org/officeDocument/2006/relationships/notesMaster" Target="/ppt/notesMasters/notesMaster1.xml" Id="R8ca5431a2c634a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77625a08bc492c" /><Relationship Type="http://schemas.openxmlformats.org/officeDocument/2006/relationships/notesMaster" Target="/ppt/notesMasters/notesMaster1.xml" Id="R9ead2e05740c40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dd565b37634ed7" /><Relationship Type="http://schemas.openxmlformats.org/officeDocument/2006/relationships/notesMaster" Target="/ppt/notesMasters/notesMaster1.xml" Id="Radc758de3da647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58d17ed8554845" /><Relationship Type="http://schemas.openxmlformats.org/officeDocument/2006/relationships/notesMaster" Target="/ppt/notesMasters/notesMaster1.xml" Id="R4931ab0024bb43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04203883c4a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269ec3037a4bcc" /><Relationship Type="http://schemas.openxmlformats.org/officeDocument/2006/relationships/slideLayout" Target="/ppt/slideLayouts/slideLayout1.xml" Id="R129cf93daa0340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9cf93daa0340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9fc15e19e45df" /><Relationship Type="http://schemas.openxmlformats.org/officeDocument/2006/relationships/notesSlide" Target="/ppt/notesSlides/notesSlide1.xml" Id="Rba0579df755d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e342cbd134301" /><Relationship Type="http://schemas.openxmlformats.org/officeDocument/2006/relationships/notesSlide" Target="/ppt/notesSlides/notesSlide2.xml" Id="R93360c80602045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5fb26e92d4411" /><Relationship Type="http://schemas.openxmlformats.org/officeDocument/2006/relationships/notesSlide" Target="/ppt/notesSlides/notesSlide3.xml" Id="R17c42823014f4a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f4a3fd2af452d" /><Relationship Type="http://schemas.openxmlformats.org/officeDocument/2006/relationships/notesSlide" Target="/ppt/notesSlides/notesSlide4.xml" Id="R5c990abc92cf4c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86b719a264680" /><Relationship Type="http://schemas.openxmlformats.org/officeDocument/2006/relationships/notesSlide" Target="/ppt/notesSlides/notesSlide5.xml" Id="R6069d5a060c844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26431c1f64a9d" /><Relationship Type="http://schemas.openxmlformats.org/officeDocument/2006/relationships/notesSlide" Target="/ppt/notesSlides/notesSlide6.xml" Id="Re515fc1950b14d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0d7eef0c4979" /><Relationship Type="http://schemas.openxmlformats.org/officeDocument/2006/relationships/notesSlide" Target="/ppt/notesSlides/notesSlide7.xml" Id="R40d0ec97feb54b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b5fd414544783" /><Relationship Type="http://schemas.openxmlformats.org/officeDocument/2006/relationships/notesSlide" Target="/ppt/notesSlides/notesSlide8.xml" Id="R7c5e6bcc299a49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699D9-494F-442F-8E64-01C7938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КОНКУРСНЫЙ ПРОТОТИП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CC2C7-04D8-428B-8FC9-0B86B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ПоРукам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11584-8427-42BE-9D97-1526E7F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Спрос объединяется. Производство получает заказ. Решение подтверждает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5356203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436A6-DFC3-4983-8BE2-C1E5E9B0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Проблема видна на одном заказе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D2168-DF7F-44D0-AC99-2E2DF52F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5239C-107A-4E9B-8840-FFDFA5E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14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Демосценарий: кофейне нужны 5 000 стаканов, а производитель запускает линию только от 50 000. Обычный каталог не превращает этот разрыв в сделку.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91513-466F-4EC3-BAFF-A89E8560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ABA76-540C-451E-9492-1FE6B62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77E07-309C-4F5E-AF26-B4BAA17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потребность кофейни, шт.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F5ADB-6000-4695-BBF2-FC3859B9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E587C-312D-411E-BA42-D71D6D66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50 000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72717-81F8-4717-8C6F-5547D3F7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минимальная партия, шт.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7985C-4D62-4A11-BBED-D47C9AB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884F2-CF37-4D8E-A28A-2354B0F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FA5C0-58D9-46C2-B7F9-65FB38A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сделок без объединения</a:t>
            </a:r>
          </a:p>
        </p:txBody>
      </p:sp>
    </p:spTree>
    <p:extLst>
      <p:ext uri="{BB962C8B-B14F-4D97-AF65-F5344CB8AC3E}">
        <p14:creationId xmlns:p14="http://schemas.microsoft.com/office/powerpoint/2010/main" val="1595118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45A0E-A61D-4090-8DFA-DC41B11C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ПоРукам превращает разрозненный спрос в исполнимую партию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1AFF4-5676-4631-8AA5-83FD3E2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22A17-F5A9-45F8-A3AD-946372D9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4C57F-4753-42EF-9927-B6C4A8EC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05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4FDAB-F5C8-4DC4-B523-9FCC8977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УТОЧНИТЬ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6DB1D8-04D0-4041-A409-E23F2511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Карточка потребности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08425-AE39-4703-8533-66233B64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Агент фиксирует объём, свойства, срок и логистику.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6C236-97D0-4925-BADE-1F8559B9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05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7D043-49F5-435D-BE72-687E9F7A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РАССЧИТАТЬ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396A-BAD6-4E2D-BF4E-9121CF37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0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Объяснимая коалиция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65C90-45ED-40D7-A080-D894EAAC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053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Код и OR-Tools считают совместимость, стоимость и выгоду.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6FF64-D713-4A6A-A851-EF2569F9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05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B3B4B-9392-4FA1-8C11-CB7C0B5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ПОДТВЕРДИТЬ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6E586-1810-4670-992F-ED450656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Согласие сторон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E9402-83F4-43E5-B49F-C5D270B7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Цена, резерв и сделка меняются только после решения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18671269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05939-9341-493D-97F2-E39039C9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Одна система убирает ручную работу с обеих сторон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6DDA3-5588-453B-9241-3610EB83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DC3C8-3DF1-41D0-81DC-1AB182E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AB248-632A-44F9-86A6-7AD49BDE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ПОКУПАТЕЛЬ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1E56F-7DE4-4CAE-A35D-D2DF24F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Формирует запрос из диалога, получает сравнимые предложения и доступ к малому опту.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E63F2-3110-4904-916A-0DF158C2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B840A-3BC3-4666-9FD9-3A90EAB0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ПРОИЗВОДИТЕЛЬ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9A400-E293-4654-80DB-6D650F3D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Видит подтверждённый спрос, предлагает условия и загружает свободную мощность.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4492D-2036-4CB2-8FB1-CDA5EE73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2E5A6-C8FC-4A13-AF02-95CFDA3B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СИСТЕМА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CD53E-7E3D-4F42-B1B3-56F1C8E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Объединяет совместимые объёмы, показывает основания и готовит безопасный сценарий.</a:t>
            </a:r>
          </a:p>
        </p:txBody>
      </p:sp>
    </p:spTree>
    <p:extLst>
      <p:ext uri="{BB962C8B-B14F-4D97-AF65-F5344CB8AC3E}">
        <p14:creationId xmlns:p14="http://schemas.microsoft.com/office/powerpoint/2010/main" val="16980070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F50CE-E19C-4F61-A4EE-B7062022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Полноценная карточка товара уже в прототипе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94E6A-B976-4047-A52F-39BC8243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69A4-EB81-4B44-BF7E-A3C3402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14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Название задаёт продавец; категория и подкатегория помогают поиску. Публикация доступна только верифицированной компании.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39003-B490-4534-8EAA-18753FA1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38C48-8CC5-4DDB-B2F4-7BBF98A9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D1486-1123-4EAB-94EF-98EB1AB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характеристик максимум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018DD-3A4A-4DC0-BB71-71A2C9F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4FB17-3BF5-4FC8-B982-D7EECCF4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AE89-B067-4B21-AF3B-CEFA86B9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фотографий максимум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4566C-5772-4AC6-98A0-5AD8269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42152-7372-40E7-A682-9AB97372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0D496-BD0F-4676-96C7-0DBAC21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ценовых ступеней</a:t>
            </a:r>
          </a:p>
        </p:txBody>
      </p:sp>
    </p:spTree>
    <p:extLst>
      <p:ext uri="{BB962C8B-B14F-4D97-AF65-F5344CB8AC3E}">
        <p14:creationId xmlns:p14="http://schemas.microsoft.com/office/powerpoint/2010/main" val="4872161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4C4E8-E827-4909-8B16-FA5E7646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Архитектура разделяет интеллект, расчёт и полномочия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84189-0DD1-45C0-A3E6-362622CF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08C67-233B-4DE3-B701-2E71FCFC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5CAFE-A696-4B26-BB60-01FD4675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ШЛЮЗ ЛОКАЛЬНОЙ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A8822-5CCB-4219-AC5B-F52097CE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Модель уточняет и объясняет. Клиентские файлы не уходят во внешнюю нейросеть.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E8A7B-6C50-4712-9099-C86FFC70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B95BF-3E17-4A73-8827-DABD06FA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МАРКЕТПЛЕЙС + OR-TOOLS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0E92D-85BA-4F74-98B5-431CB864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Детерминированно считает рубли, объёмы, логистику и N-1/N-2.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1C649-93C1-4317-B027-9C07C174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02376-F53B-438C-85E5-A402CCEC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670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КОНТУР ПОДТВЕРЖДЕНИЯ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AB58A-A0AD-4B0E-975D-4F99B534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81375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Блокирует критичное действие, пока участник явно не подтвердил условия.</a:t>
            </a:r>
          </a:p>
        </p:txBody>
      </p:sp>
    </p:spTree>
    <p:extLst>
      <p:ext uri="{BB962C8B-B14F-4D97-AF65-F5344CB8AC3E}">
        <p14:creationId xmlns:p14="http://schemas.microsoft.com/office/powerpoint/2010/main" val="22592356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2C066-22C2-4562-87FA-626CD600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Монетизация не закрывает базовый маркетплейс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7CE29-EE81-4488-AE80-5EDC24EB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B4B3-D934-4735-8889-FCDCC258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144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Каталог и ручные операции остаются бесплатными. ИИ-закупки можно проверить до подписки; платежи в прототипе не подключены.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F70AF-F5EE-4226-894C-087FBAC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81C11-FFAB-4F6E-8445-5C00F2F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10C6-9667-4B20-9296-F535EFAC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базовый доступ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C7D5BD-2DEA-477D-9E3B-CF474F4B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3096C-7EE2-4530-B29E-1BF90D47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071C2-149B-433E-8BBA-237FAC0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пробные ИИ-закупки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5E34B-6317-4AF9-9958-D80A3E18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19425"/>
            <a:ext cx="3571875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0BD8D-31DA-4447-9B84-F7D9E000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95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02A8C-D0A9-497A-901F-D099381B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905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подписка как вариант</a:t>
            </a:r>
          </a:p>
        </p:txBody>
      </p:sp>
    </p:spTree>
    <p:extLst>
      <p:ext uri="{BB962C8B-B14F-4D97-AF65-F5344CB8AC3E}">
        <p14:creationId xmlns:p14="http://schemas.microsoft.com/office/powerpoint/2010/main" val="2875496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1DD6E-B34C-4462-B7EF-06FFFC7C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ПОЧЕМУ 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C295A-89A3-4DE0-BC67-BCEC68C2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По рукам?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18FD9-5F9F-411E-A0F7-9FFF49A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Новый рынок: карточки спроса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895AA-1485-4401-8E7C-EBBBBB40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Доступный малый опт через коалиции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D5F7A-E58C-41BC-AB04-CE232547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ИИ предлагает — человек решает</a:t>
            </a:r>
          </a:p>
        </p:txBody>
      </p:sp>
    </p:spTree>
    <p:extLst>
      <p:ext uri="{BB962C8B-B14F-4D97-AF65-F5344CB8AC3E}">
        <p14:creationId xmlns:p14="http://schemas.microsoft.com/office/powerpoint/2010/main" val="101611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2026-09-02T16:40:30.5850000Z</dcterms:created>
  <dcterms:modified xsi:type="dcterms:W3CDTF">2026-09-02T16:40:30.5850000Z</dcterms:modified>
</coreProperties>
</file>